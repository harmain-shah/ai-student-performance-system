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/>
  <p:notesSz cx="8229600" cy="14630400"/>
  <p:embeddedFontLst>
    <p:embeddedFont>
      <p:font typeface="Baskerville Old Face" panose="02020602080505020303" pitchFamily="18" charset="0"/>
      <p:regular r:id="rId20"/>
    </p:embeddedFont>
    <p:embeddedFont>
      <p:font typeface="Roboto" panose="02000000000000000000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58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23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44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PROJECT TITLE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3770" y="2581989"/>
            <a:ext cx="13042821" cy="467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3600" b="1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AI-Based Student Performance Prediction and Analytics System With Secure Teacher Authentication: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b="1" dirty="0">
              <a:solidFill>
                <a:srgbClr val="D6E5EF"/>
              </a:solidFill>
              <a:latin typeface="Baskerville Old Face" panose="02020602080505020303" pitchFamily="18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chemeClr val="bg1"/>
              </a:solidFill>
              <a:latin typeface="Baskerville Old Face" panose="02020602080505020303" pitchFamily="18" charset="0"/>
              <a:ea typeface="Roboto" pitchFamily="34" charset="-122"/>
            </a:endParaRPr>
          </a:p>
          <a:p>
            <a:pPr marL="457200" indent="-457200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skerville Old Face" panose="02020602080505020303" pitchFamily="18" charset="0"/>
              </a:rPr>
              <a:t>Artificial Intelligence based prediction system.</a:t>
            </a:r>
          </a:p>
          <a:p>
            <a:pPr marL="457200" indent="-457200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bg1">
                  <a:lumMod val="95000"/>
                </a:schemeClr>
              </a:solidFill>
              <a:latin typeface="Baskerville Old Face" panose="02020602080505020303" pitchFamily="18" charset="0"/>
            </a:endParaRPr>
          </a:p>
          <a:p>
            <a:pPr marL="457200" indent="-457200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skerville Old Face" panose="02020602080505020303" pitchFamily="18" charset="0"/>
              </a:rPr>
              <a:t>Early identification of weak and strong students.</a:t>
            </a:r>
          </a:p>
          <a:p>
            <a:pPr marL="457200" indent="-457200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bg1">
                  <a:lumMod val="95000"/>
                </a:schemeClr>
              </a:solidFill>
              <a:latin typeface="Baskerville Old Face" panose="02020602080505020303" pitchFamily="18" charset="0"/>
            </a:endParaRPr>
          </a:p>
          <a:p>
            <a:pPr marL="457200" indent="-457200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skerville Old Face" panose="02020602080505020303" pitchFamily="18" charset="0"/>
              </a:rPr>
              <a:t>Graphical performance analysis for teachers.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590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44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ABSTRACT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16511"/>
            <a:ext cx="13042821" cy="253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Predicts student outcomes using AI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345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Provides performance levels &amp; recommendations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7526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Supports single &amp; batch predictions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3706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Secure teacher login ensures data privacy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46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INTRODUCTION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73911"/>
            <a:ext cx="128713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Teachers need insights to identify at-risk students.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93790" y="3115985"/>
            <a:ext cx="13042821" cy="1761411"/>
            <a:chOff x="793790" y="3115985"/>
            <a:chExt cx="13042821" cy="1761411"/>
          </a:xfrm>
        </p:grpSpPr>
        <p:sp>
          <p:nvSpPr>
            <p:cNvPr id="3" name="Text 1"/>
            <p:cNvSpPr/>
            <p:nvPr/>
          </p:nvSpPr>
          <p:spPr>
            <a:xfrm>
              <a:off x="793790" y="3115985"/>
              <a:ext cx="13042821" cy="17614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457200" indent="-457200" algn="l">
                <a:lnSpc>
                  <a:spcPts val="2850"/>
                </a:lnSpc>
                <a:buFont typeface="Wingdings" panose="05000000000000000000" pitchFamily="2" charset="2"/>
                <a:buChar char="Ø"/>
              </a:pPr>
              <a:r>
                <a:rPr lang="en-US" sz="3200" dirty="0">
                  <a:solidFill>
                    <a:srgbClr val="D6E5EF"/>
                  </a:solidFill>
                  <a:latin typeface="Baskerville Old Face" panose="02020602080505020303" pitchFamily="18" charset="0"/>
                  <a:ea typeface="Roboto" pitchFamily="34" charset="-122"/>
                  <a:cs typeface="Roboto" pitchFamily="34" charset="-120"/>
                </a:rPr>
                <a:t>Large student data is hard to analyze manually.</a:t>
              </a:r>
              <a:endParaRPr lang="en-US" sz="3200" dirty="0">
                <a:latin typeface="Baskerville Old Face" panose="02020602080505020303" pitchFamily="18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4352092"/>
              <a:ext cx="130428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457200" indent="-457200" algn="l">
                <a:lnSpc>
                  <a:spcPts val="2850"/>
                </a:lnSpc>
                <a:buFont typeface="Wingdings" panose="05000000000000000000" pitchFamily="2" charset="2"/>
                <a:buChar char="Ø"/>
              </a:pPr>
              <a:r>
                <a:rPr lang="en-US" sz="3200" dirty="0">
                  <a:solidFill>
                    <a:srgbClr val="D6E5EF"/>
                  </a:solidFill>
                  <a:latin typeface="Baskerville Old Face" panose="02020602080505020303" pitchFamily="18" charset="0"/>
                  <a:ea typeface="Roboto" pitchFamily="34" charset="-122"/>
                  <a:cs typeface="Roboto" pitchFamily="34" charset="-120"/>
                </a:rPr>
                <a:t>System automates predictions and visual analysis.</a:t>
              </a:r>
              <a:endParaRPr lang="en-US" sz="3200" dirty="0">
                <a:latin typeface="Baskerville Old Face" panose="02020602080505020303" pitchFamily="18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PROBLEM STATEMENT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Difficulty in identifying weak students early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Manual data analysis is time-consuming Lack of predictive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insights in traditional systems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4587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Need for secure access to student data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Predict student performance using AI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Identify PASS and AT RISK students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Provide personalized recommendations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Analyze data with graphs &amp; visualizations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OBJECTIVES (Contd.)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Support single &amp; batch predictions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Implement secure teacher authentication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Scalable for schools, colleges, and universities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7490" y="27340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DATASET DESCRIPTION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Columns: Attendance, MidMarks, FinalMarks, Assignments, Result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Sample: 25–50 students for demonstration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Source: CSV file Used for training and testing ML models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DATA PREPROCESSING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Handling missing values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Converting grades to numeric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Splitting into training and testing sets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ALGORITHMS USED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Decision Tree Classifier: simple &amp; interpretable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Random Forest Classifier: ensemble, high accuracy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Automatic selection of best-performing model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7854"/>
            <a:ext cx="455437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445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ALGORITHM WORKFLOW </a:t>
            </a:r>
            <a:endParaRPr lang="en-US" sz="4400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984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Load dataset Preprocess &amp; split data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331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Train Decision Tree &amp; Random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345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Forest Evaluate accuracy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526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Select best model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3706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Predict single/batch student performance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9887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Assign levels &amp; recommendations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6197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FEATURES OF THE SYSTEM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Secure teacher login (hashing + limited attempts)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Single student prediction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Batch student prediction using CSV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Automatic model selection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FEATURES (Contd.)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Performance level classification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Personalized recommendations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Graphical analysis (basic + advanced)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Future scope module for scalability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0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GRAPHICAL ANALYSIS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694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PASS vs AT RISK Students (Bar / Pie)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Attendance vs Final Marks (Scatter)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Average Marks Distribution (Histogram)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Subject-wise Performance (Bar chart)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Top vs Bottom Students Comparison (Horizontal Bar)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0596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SECURITY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Passwords stored with MD5 hashing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Limited login attempts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Multiple teacher accounts supported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Ensures confidentiality &amp; integrity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FUTURE SCOPE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Web-based or mobile app version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Integration with LMS (Learning Management System)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 Deep learning model for improved prediction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Real-time student monitoring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755880" y="749046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CONCLUSION </a:t>
            </a:r>
            <a:endParaRPr lang="en-US" sz="44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AI + ML predicts student performance effectively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Graphical analysis helps teachers make data-driven decisions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Secure login protects sensitive information 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D6E5EF"/>
                </a:solidFill>
                <a:latin typeface="Baskerville Old Face" panose="02020602080505020303" pitchFamily="18" charset="0"/>
                <a:ea typeface="Roboto" pitchFamily="34" charset="-122"/>
                <a:cs typeface="Roboto" pitchFamily="34" charset="-120"/>
              </a:rPr>
              <a:t>Scalable &amp; practical for real academic environments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664440" y="7616190"/>
            <a:ext cx="1874520" cy="6134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                                               </a:t>
            </a:r>
            <a:r>
              <a:rPr lang="en-US" sz="9600" b="1" dirty="0">
                <a:solidFill>
                  <a:srgbClr val="76B9FF"/>
                </a:solidFill>
                <a:latin typeface="Baskerville Old Face" panose="02020602080505020303" pitchFamily="18" charset="0"/>
                <a:ea typeface="Roboto Slab" pitchFamily="34" charset="-122"/>
                <a:cs typeface="Roboto Slab" pitchFamily="34" charset="-120"/>
              </a:rPr>
              <a:t>THANK YOU!</a:t>
            </a:r>
            <a:endParaRPr lang="en-US" sz="48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4440" y="7692390"/>
            <a:ext cx="187452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4440" y="7616190"/>
            <a:ext cx="1874520" cy="457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429</Words>
  <Application>Microsoft Office PowerPoint</Application>
  <PresentationFormat>Custom</PresentationFormat>
  <Paragraphs>101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Roboto</vt:lpstr>
      <vt:lpstr>Arial</vt:lpstr>
      <vt:lpstr>Baskerville Old Face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lastModifiedBy>HARMAIN SHAH</cp:lastModifiedBy>
  <cp:revision>15</cp:revision>
  <dcterms:created xsi:type="dcterms:W3CDTF">2026-01-08T19:03:43Z</dcterms:created>
  <dcterms:modified xsi:type="dcterms:W3CDTF">2026-01-21T17:28:46Z</dcterms:modified>
</cp:coreProperties>
</file>